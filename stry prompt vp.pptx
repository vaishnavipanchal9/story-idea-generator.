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6" r:id="rId9"/>
    <p:sldId id="263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879FF8-DE2D-4C3C-8DEC-8FDC32FB0B96}" v="8" dt="2026-06-24T06:31:55.685"/>
    <p1510:client id="{F02C4287-5271-4119-8BCE-DB269E917BCB}" v="1" dt="2026-06-24T06:08:02.2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67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ishnavi Panchal" userId="3ffd4c63ac6ab703" providerId="LiveId" clId="{41A13C3D-B72E-4478-BCDC-91BB987370F2}"/>
    <pc:docChg chg="undo custSel addSld modSld">
      <pc:chgData name="Vaishnavi Panchal" userId="3ffd4c63ac6ab703" providerId="LiveId" clId="{41A13C3D-B72E-4478-BCDC-91BB987370F2}" dt="2026-06-24T06:43:43.263" v="131" actId="20577"/>
      <pc:docMkLst>
        <pc:docMk/>
      </pc:docMkLst>
      <pc:sldChg chg="addSp delSp modSp mod">
        <pc:chgData name="Vaishnavi Panchal" userId="3ffd4c63ac6ab703" providerId="LiveId" clId="{41A13C3D-B72E-4478-BCDC-91BB987370F2}" dt="2026-06-24T06:25:25.716" v="35" actId="1076"/>
        <pc:sldMkLst>
          <pc:docMk/>
          <pc:sldMk cId="0" sldId="256"/>
        </pc:sldMkLst>
        <pc:spChg chg="mod">
          <ac:chgData name="Vaishnavi Panchal" userId="3ffd4c63ac6ab703" providerId="LiveId" clId="{41A13C3D-B72E-4478-BCDC-91BB987370F2}" dt="2026-06-24T06:25:21.313" v="34" actId="14100"/>
          <ac:spMkLst>
            <pc:docMk/>
            <pc:sldMk cId="0" sldId="256"/>
            <ac:spMk id="6" creationId="{00000000-0000-0000-0000-000000000000}"/>
          </ac:spMkLst>
        </pc:spChg>
        <pc:spChg chg="mod">
          <ac:chgData name="Vaishnavi Panchal" userId="3ffd4c63ac6ab703" providerId="LiveId" clId="{41A13C3D-B72E-4478-BCDC-91BB987370F2}" dt="2026-06-24T06:23:48.060" v="10" actId="14100"/>
          <ac:spMkLst>
            <pc:docMk/>
            <pc:sldMk cId="0" sldId="256"/>
            <ac:spMk id="7" creationId="{00000000-0000-0000-0000-000000000000}"/>
          </ac:spMkLst>
        </pc:spChg>
        <pc:spChg chg="add del">
          <ac:chgData name="Vaishnavi Panchal" userId="3ffd4c63ac6ab703" providerId="LiveId" clId="{41A13C3D-B72E-4478-BCDC-91BB987370F2}" dt="2026-06-24T06:23:52.433" v="12" actId="21"/>
          <ac:spMkLst>
            <pc:docMk/>
            <pc:sldMk cId="0" sldId="256"/>
            <ac:spMk id="8" creationId="{00000000-0000-0000-0000-000000000000}"/>
          </ac:spMkLst>
        </pc:spChg>
        <pc:spChg chg="add del">
          <ac:chgData name="Vaishnavi Panchal" userId="3ffd4c63ac6ab703" providerId="LiveId" clId="{41A13C3D-B72E-4478-BCDC-91BB987370F2}" dt="2026-06-24T06:23:59.437" v="14" actId="21"/>
          <ac:spMkLst>
            <pc:docMk/>
            <pc:sldMk cId="0" sldId="256"/>
            <ac:spMk id="10" creationId="{5DB04050-E509-8DC1-3321-0AA5E01F0E6E}"/>
          </ac:spMkLst>
        </pc:spChg>
        <pc:picChg chg="add mod">
          <ac:chgData name="Vaishnavi Panchal" userId="3ffd4c63ac6ab703" providerId="LiveId" clId="{41A13C3D-B72E-4478-BCDC-91BB987370F2}" dt="2026-06-24T06:25:25.716" v="35" actId="1076"/>
          <ac:picMkLst>
            <pc:docMk/>
            <pc:sldMk cId="0" sldId="256"/>
            <ac:picMk id="11" creationId="{E786FA9D-8FB7-D35D-182F-30CF00AF663A}"/>
          </ac:picMkLst>
        </pc:picChg>
      </pc:sldChg>
      <pc:sldChg chg="addSp delSp modSp mod">
        <pc:chgData name="Vaishnavi Panchal" userId="3ffd4c63ac6ab703" providerId="LiveId" clId="{41A13C3D-B72E-4478-BCDC-91BB987370F2}" dt="2026-06-24T06:26:17.812" v="40" actId="1076"/>
        <pc:sldMkLst>
          <pc:docMk/>
          <pc:sldMk cId="0" sldId="257"/>
        </pc:sldMkLst>
        <pc:spChg chg="add del">
          <ac:chgData name="Vaishnavi Panchal" userId="3ffd4c63ac6ab703" providerId="LiveId" clId="{41A13C3D-B72E-4478-BCDC-91BB987370F2}" dt="2026-06-24T06:25:34.017" v="36" actId="21"/>
          <ac:spMkLst>
            <pc:docMk/>
            <pc:sldMk cId="0" sldId="257"/>
            <ac:spMk id="8" creationId="{00000000-0000-0000-0000-000000000000}"/>
          </ac:spMkLst>
        </pc:spChg>
        <pc:picChg chg="add mod">
          <ac:chgData name="Vaishnavi Panchal" userId="3ffd4c63ac6ab703" providerId="LiveId" clId="{41A13C3D-B72E-4478-BCDC-91BB987370F2}" dt="2026-06-24T06:26:17.812" v="40" actId="1076"/>
          <ac:picMkLst>
            <pc:docMk/>
            <pc:sldMk cId="0" sldId="257"/>
            <ac:picMk id="9" creationId="{F7FB291A-D2F6-2CA4-6F20-E13931C8D3E5}"/>
          </ac:picMkLst>
        </pc:picChg>
      </pc:sldChg>
      <pc:sldChg chg="addSp delSp modSp mod">
        <pc:chgData name="Vaishnavi Panchal" userId="3ffd4c63ac6ab703" providerId="LiveId" clId="{41A13C3D-B72E-4478-BCDC-91BB987370F2}" dt="2026-06-24T06:29:09.766" v="58" actId="1076"/>
        <pc:sldMkLst>
          <pc:docMk/>
          <pc:sldMk cId="0" sldId="258"/>
        </pc:sldMkLst>
        <pc:spChg chg="mod">
          <ac:chgData name="Vaishnavi Panchal" userId="3ffd4c63ac6ab703" providerId="LiveId" clId="{41A13C3D-B72E-4478-BCDC-91BB987370F2}" dt="2026-06-24T06:28:28.470" v="54"/>
          <ac:spMkLst>
            <pc:docMk/>
            <pc:sldMk cId="0" sldId="258"/>
            <ac:spMk id="6" creationId="{00000000-0000-0000-0000-000000000000}"/>
          </ac:spMkLst>
        </pc:spChg>
        <pc:spChg chg="mod">
          <ac:chgData name="Vaishnavi Panchal" userId="3ffd4c63ac6ab703" providerId="LiveId" clId="{41A13C3D-B72E-4478-BCDC-91BB987370F2}" dt="2026-06-24T06:27:10.045" v="46" actId="14100"/>
          <ac:spMkLst>
            <pc:docMk/>
            <pc:sldMk cId="0" sldId="258"/>
            <ac:spMk id="7" creationId="{00000000-0000-0000-0000-000000000000}"/>
          </ac:spMkLst>
        </pc:spChg>
        <pc:spChg chg="del">
          <ac:chgData name="Vaishnavi Panchal" userId="3ffd4c63ac6ab703" providerId="LiveId" clId="{41A13C3D-B72E-4478-BCDC-91BB987370F2}" dt="2026-06-24T06:26:28.018" v="41" actId="21"/>
          <ac:spMkLst>
            <pc:docMk/>
            <pc:sldMk cId="0" sldId="258"/>
            <ac:spMk id="8" creationId="{00000000-0000-0000-0000-000000000000}"/>
          </ac:spMkLst>
        </pc:spChg>
        <pc:picChg chg="add mod">
          <ac:chgData name="Vaishnavi Panchal" userId="3ffd4c63ac6ab703" providerId="LiveId" clId="{41A13C3D-B72E-4478-BCDC-91BB987370F2}" dt="2026-06-24T06:27:53.819" v="52" actId="1076"/>
          <ac:picMkLst>
            <pc:docMk/>
            <pc:sldMk cId="0" sldId="258"/>
            <ac:picMk id="9" creationId="{316FEA96-30AB-7C52-FB78-40F8C93F8175}"/>
          </ac:picMkLst>
        </pc:picChg>
        <pc:picChg chg="add mod">
          <ac:chgData name="Vaishnavi Panchal" userId="3ffd4c63ac6ab703" providerId="LiveId" clId="{41A13C3D-B72E-4478-BCDC-91BB987370F2}" dt="2026-06-24T06:29:09.766" v="58" actId="1076"/>
          <ac:picMkLst>
            <pc:docMk/>
            <pc:sldMk cId="0" sldId="258"/>
            <ac:picMk id="10" creationId="{7DC36873-4805-AB31-2028-C941FFC2AA0A}"/>
          </ac:picMkLst>
        </pc:picChg>
      </pc:sldChg>
      <pc:sldChg chg="addSp delSp modSp mod">
        <pc:chgData name="Vaishnavi Panchal" userId="3ffd4c63ac6ab703" providerId="LiveId" clId="{41A13C3D-B72E-4478-BCDC-91BB987370F2}" dt="2026-06-24T06:30:19.578" v="64" actId="1076"/>
        <pc:sldMkLst>
          <pc:docMk/>
          <pc:sldMk cId="0" sldId="259"/>
        </pc:sldMkLst>
        <pc:spChg chg="mod">
          <ac:chgData name="Vaishnavi Panchal" userId="3ffd4c63ac6ab703" providerId="LiveId" clId="{41A13C3D-B72E-4478-BCDC-91BB987370F2}" dt="2026-06-24T06:30:13.884" v="63" actId="14100"/>
          <ac:spMkLst>
            <pc:docMk/>
            <pc:sldMk cId="0" sldId="259"/>
            <ac:spMk id="6" creationId="{00000000-0000-0000-0000-000000000000}"/>
          </ac:spMkLst>
        </pc:spChg>
        <pc:spChg chg="del">
          <ac:chgData name="Vaishnavi Panchal" userId="3ffd4c63ac6ab703" providerId="LiveId" clId="{41A13C3D-B72E-4478-BCDC-91BB987370F2}" dt="2026-06-24T06:29:18.073" v="59" actId="21"/>
          <ac:spMkLst>
            <pc:docMk/>
            <pc:sldMk cId="0" sldId="259"/>
            <ac:spMk id="8" creationId="{00000000-0000-0000-0000-000000000000}"/>
          </ac:spMkLst>
        </pc:spChg>
        <pc:picChg chg="add mod">
          <ac:chgData name="Vaishnavi Panchal" userId="3ffd4c63ac6ab703" providerId="LiveId" clId="{41A13C3D-B72E-4478-BCDC-91BB987370F2}" dt="2026-06-24T06:30:19.578" v="64" actId="1076"/>
          <ac:picMkLst>
            <pc:docMk/>
            <pc:sldMk cId="0" sldId="259"/>
            <ac:picMk id="9" creationId="{28EA0A28-CF7F-EA20-54F6-CBAB13E67176}"/>
          </ac:picMkLst>
        </pc:picChg>
      </pc:sldChg>
      <pc:sldChg chg="addSp delSp modSp mod">
        <pc:chgData name="Vaishnavi Panchal" userId="3ffd4c63ac6ab703" providerId="LiveId" clId="{41A13C3D-B72E-4478-BCDC-91BB987370F2}" dt="2026-06-24T06:32:07.355" v="80" actId="1076"/>
        <pc:sldMkLst>
          <pc:docMk/>
          <pc:sldMk cId="0" sldId="260"/>
        </pc:sldMkLst>
        <pc:spChg chg="del mod">
          <ac:chgData name="Vaishnavi Panchal" userId="3ffd4c63ac6ab703" providerId="LiveId" clId="{41A13C3D-B72E-4478-BCDC-91BB987370F2}" dt="2026-06-24T06:31:13.686" v="70" actId="21"/>
          <ac:spMkLst>
            <pc:docMk/>
            <pc:sldMk cId="0" sldId="260"/>
            <ac:spMk id="6" creationId="{00000000-0000-0000-0000-000000000000}"/>
          </ac:spMkLst>
        </pc:spChg>
        <pc:spChg chg="del">
          <ac:chgData name="Vaishnavi Panchal" userId="3ffd4c63ac6ab703" providerId="LiveId" clId="{41A13C3D-B72E-4478-BCDC-91BB987370F2}" dt="2026-06-24T06:30:51.983" v="65" actId="21"/>
          <ac:spMkLst>
            <pc:docMk/>
            <pc:sldMk cId="0" sldId="260"/>
            <ac:spMk id="8" creationId="{00000000-0000-0000-0000-000000000000}"/>
          </ac:spMkLst>
        </pc:spChg>
        <pc:spChg chg="add del">
          <ac:chgData name="Vaishnavi Panchal" userId="3ffd4c63ac6ab703" providerId="LiveId" clId="{41A13C3D-B72E-4478-BCDC-91BB987370F2}" dt="2026-06-24T06:30:59.704" v="67" actId="21"/>
          <ac:spMkLst>
            <pc:docMk/>
            <pc:sldMk cId="0" sldId="260"/>
            <ac:spMk id="10" creationId="{8D2EE232-AA6F-41F2-8029-365319FFF181}"/>
          </ac:spMkLst>
        </pc:spChg>
        <pc:spChg chg="add del">
          <ac:chgData name="Vaishnavi Panchal" userId="3ffd4c63ac6ab703" providerId="LiveId" clId="{41A13C3D-B72E-4478-BCDC-91BB987370F2}" dt="2026-06-24T06:31:13.686" v="70" actId="21"/>
          <ac:spMkLst>
            <pc:docMk/>
            <pc:sldMk cId="0" sldId="260"/>
            <ac:spMk id="12" creationId="{5F0F10D8-87F4-DF21-35C2-729BE57B2298}"/>
          </ac:spMkLst>
        </pc:spChg>
        <pc:picChg chg="add mod">
          <ac:chgData name="Vaishnavi Panchal" userId="3ffd4c63ac6ab703" providerId="LiveId" clId="{41A13C3D-B72E-4478-BCDC-91BB987370F2}" dt="2026-06-24T06:32:07.355" v="80" actId="1076"/>
          <ac:picMkLst>
            <pc:docMk/>
            <pc:sldMk cId="0" sldId="260"/>
            <ac:picMk id="13" creationId="{CE614E04-ADF1-5DF8-35CE-E5776F1CAB8F}"/>
          </ac:picMkLst>
        </pc:picChg>
        <pc:picChg chg="add mod">
          <ac:chgData name="Vaishnavi Panchal" userId="3ffd4c63ac6ab703" providerId="LiveId" clId="{41A13C3D-B72E-4478-BCDC-91BB987370F2}" dt="2026-06-24T06:32:05.035" v="79" actId="1076"/>
          <ac:picMkLst>
            <pc:docMk/>
            <pc:sldMk cId="0" sldId="260"/>
            <ac:picMk id="14" creationId="{95C8AF95-2706-B885-A4AC-DE466BDD43BE}"/>
          </ac:picMkLst>
        </pc:picChg>
      </pc:sldChg>
      <pc:sldChg chg="delSp modSp mod">
        <pc:chgData name="Vaishnavi Panchal" userId="3ffd4c63ac6ab703" providerId="LiveId" clId="{41A13C3D-B72E-4478-BCDC-91BB987370F2}" dt="2026-06-24T06:32:35.973" v="90" actId="20577"/>
        <pc:sldMkLst>
          <pc:docMk/>
          <pc:sldMk cId="0" sldId="261"/>
        </pc:sldMkLst>
        <pc:spChg chg="mod">
          <ac:chgData name="Vaishnavi Panchal" userId="3ffd4c63ac6ab703" providerId="LiveId" clId="{41A13C3D-B72E-4478-BCDC-91BB987370F2}" dt="2026-06-24T06:32:21.534" v="82" actId="14100"/>
          <ac:spMkLst>
            <pc:docMk/>
            <pc:sldMk cId="0" sldId="261"/>
            <ac:spMk id="6" creationId="{00000000-0000-0000-0000-000000000000}"/>
          </ac:spMkLst>
        </pc:spChg>
        <pc:spChg chg="mod">
          <ac:chgData name="Vaishnavi Panchal" userId="3ffd4c63ac6ab703" providerId="LiveId" clId="{41A13C3D-B72E-4478-BCDC-91BB987370F2}" dt="2026-06-24T06:32:35.973" v="90" actId="20577"/>
          <ac:spMkLst>
            <pc:docMk/>
            <pc:sldMk cId="0" sldId="261"/>
            <ac:spMk id="7" creationId="{00000000-0000-0000-0000-000000000000}"/>
          </ac:spMkLst>
        </pc:spChg>
        <pc:spChg chg="del">
          <ac:chgData name="Vaishnavi Panchal" userId="3ffd4c63ac6ab703" providerId="LiveId" clId="{41A13C3D-B72E-4478-BCDC-91BB987370F2}" dt="2026-06-24T06:32:16.482" v="81" actId="21"/>
          <ac:spMkLst>
            <pc:docMk/>
            <pc:sldMk cId="0" sldId="261"/>
            <ac:spMk id="8" creationId="{00000000-0000-0000-0000-000000000000}"/>
          </ac:spMkLst>
        </pc:spChg>
        <pc:picChg chg="mod">
          <ac:chgData name="Vaishnavi Panchal" userId="3ffd4c63ac6ab703" providerId="LiveId" clId="{41A13C3D-B72E-4478-BCDC-91BB987370F2}" dt="2026-06-24T06:32:30.516" v="85" actId="14100"/>
          <ac:picMkLst>
            <pc:docMk/>
            <pc:sldMk cId="0" sldId="261"/>
            <ac:picMk id="12" creationId="{CC5EA63D-45D1-6C9B-8719-C85B69C12B76}"/>
          </ac:picMkLst>
        </pc:picChg>
      </pc:sldChg>
      <pc:sldChg chg="delSp modSp mod">
        <pc:chgData name="Vaishnavi Panchal" userId="3ffd4c63ac6ab703" providerId="LiveId" clId="{41A13C3D-B72E-4478-BCDC-91BB987370F2}" dt="2026-06-24T06:38:04.316" v="92" actId="14100"/>
        <pc:sldMkLst>
          <pc:docMk/>
          <pc:sldMk cId="0" sldId="263"/>
        </pc:sldMkLst>
        <pc:spChg chg="mod">
          <ac:chgData name="Vaishnavi Panchal" userId="3ffd4c63ac6ab703" providerId="LiveId" clId="{41A13C3D-B72E-4478-BCDC-91BB987370F2}" dt="2026-06-24T06:38:04.316" v="92" actId="14100"/>
          <ac:spMkLst>
            <pc:docMk/>
            <pc:sldMk cId="0" sldId="263"/>
            <ac:spMk id="6" creationId="{00000000-0000-0000-0000-000000000000}"/>
          </ac:spMkLst>
        </pc:spChg>
        <pc:spChg chg="del">
          <ac:chgData name="Vaishnavi Panchal" userId="3ffd4c63ac6ab703" providerId="LiveId" clId="{41A13C3D-B72E-4478-BCDC-91BB987370F2}" dt="2026-06-24T06:32:54.262" v="91" actId="21"/>
          <ac:spMkLst>
            <pc:docMk/>
            <pc:sldMk cId="0" sldId="263"/>
            <ac:spMk id="8" creationId="{00000000-0000-0000-0000-000000000000}"/>
          </ac:spMkLst>
        </pc:spChg>
      </pc:sldChg>
      <pc:sldChg chg="addSp delSp modSp new mod">
        <pc:chgData name="Vaishnavi Panchal" userId="3ffd4c63ac6ab703" providerId="LiveId" clId="{41A13C3D-B72E-4478-BCDC-91BB987370F2}" dt="2026-06-24T06:43:43.263" v="131" actId="20577"/>
        <pc:sldMkLst>
          <pc:docMk/>
          <pc:sldMk cId="1957461987" sldId="266"/>
        </pc:sldMkLst>
        <pc:spChg chg="add del">
          <ac:chgData name="Vaishnavi Panchal" userId="3ffd4c63ac6ab703" providerId="LiveId" clId="{41A13C3D-B72E-4478-BCDC-91BB987370F2}" dt="2026-06-24T06:39:43.128" v="110" actId="21"/>
          <ac:spMkLst>
            <pc:docMk/>
            <pc:sldMk cId="1957461987" sldId="266"/>
            <ac:spMk id="5" creationId="{661A433E-7875-AB73-B6FF-EDADD6F2B2DC}"/>
          </ac:spMkLst>
        </pc:spChg>
        <pc:spChg chg="add del mod">
          <ac:chgData name="Vaishnavi Panchal" userId="3ffd4c63ac6ab703" providerId="LiveId" clId="{41A13C3D-B72E-4478-BCDC-91BB987370F2}" dt="2026-06-24T06:40:47.920" v="115" actId="14100"/>
          <ac:spMkLst>
            <pc:docMk/>
            <pc:sldMk cId="1957461987" sldId="266"/>
            <ac:spMk id="7" creationId="{1716A845-5864-5D08-EFD9-D1263C6C2C28}"/>
          </ac:spMkLst>
        </pc:spChg>
        <pc:spChg chg="add mod">
          <ac:chgData name="Vaishnavi Panchal" userId="3ffd4c63ac6ab703" providerId="LiveId" clId="{41A13C3D-B72E-4478-BCDC-91BB987370F2}" dt="2026-06-24T06:40:59.390" v="116" actId="255"/>
          <ac:spMkLst>
            <pc:docMk/>
            <pc:sldMk cId="1957461987" sldId="266"/>
            <ac:spMk id="9" creationId="{EB954678-25D5-5CD1-1A68-EDA21E8B9D5C}"/>
          </ac:spMkLst>
        </pc:spChg>
        <pc:spChg chg="add mod">
          <ac:chgData name="Vaishnavi Panchal" userId="3ffd4c63ac6ab703" providerId="LiveId" clId="{41A13C3D-B72E-4478-BCDC-91BB987370F2}" dt="2026-06-24T06:42:53.804" v="128" actId="14100"/>
          <ac:spMkLst>
            <pc:docMk/>
            <pc:sldMk cId="1957461987" sldId="266"/>
            <ac:spMk id="13" creationId="{9CD57912-21BE-A03E-2FE9-7D641CC7D75A}"/>
          </ac:spMkLst>
        </pc:spChg>
        <pc:spChg chg="add mod">
          <ac:chgData name="Vaishnavi Panchal" userId="3ffd4c63ac6ab703" providerId="LiveId" clId="{41A13C3D-B72E-4478-BCDC-91BB987370F2}" dt="2026-06-24T06:43:43.263" v="131" actId="20577"/>
          <ac:spMkLst>
            <pc:docMk/>
            <pc:sldMk cId="1957461987" sldId="266"/>
            <ac:spMk id="15" creationId="{C710D4E8-A5F5-9AF8-6A9D-2D978214A430}"/>
          </ac:spMkLst>
        </pc:spChg>
        <pc:picChg chg="add del mod">
          <ac:chgData name="Vaishnavi Panchal" userId="3ffd4c63ac6ab703" providerId="LiveId" clId="{41A13C3D-B72E-4478-BCDC-91BB987370F2}" dt="2026-06-24T06:21:29.982" v="3" actId="21"/>
          <ac:picMkLst>
            <pc:docMk/>
            <pc:sldMk cId="1957461987" sldId="266"/>
            <ac:picMk id="3" creationId="{199ACC75-E3DE-74AD-9943-7136A6DCC501}"/>
          </ac:picMkLst>
        </pc:picChg>
        <pc:picChg chg="add mod">
          <ac:chgData name="Vaishnavi Panchal" userId="3ffd4c63ac6ab703" providerId="LiveId" clId="{41A13C3D-B72E-4478-BCDC-91BB987370F2}" dt="2026-06-24T06:42:19.946" v="124" actId="1076"/>
          <ac:picMkLst>
            <pc:docMk/>
            <pc:sldMk cId="1957461987" sldId="266"/>
            <ac:picMk id="11" creationId="{9736CAC5-B88D-447C-C08F-582EAF93D06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thank-you-signage-2072165/" TargetMode="Externa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411480" cy="41148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0" y="411480"/>
            <a:ext cx="228600" cy="22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Story Idea Generator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11640312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71323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t>Prepared by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Vaishnavi Panchal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Prompt Engineering Assignment</a:t>
            </a:r>
          </a:p>
        </p:txBody>
      </p:sp>
      <p:pic>
        <p:nvPicPr>
          <p:cNvPr id="11" name="Picture 10" descr="https://images.openai.com/static-rsc-4/L_k0xA21ukDEQP15KNw9PE1nz2KqknSqqrkDZpHo-402Z-Cau79yPVR1dz47UDi9warLoSEXs3TLEBlr3Pv_bKL2eGFhFVvLHeOmR0peS0ZvxR6wPoDImikb8vPKZQd7D9jMYf3-vKJrDC3mRLzd1tsS2ORQrIyC221QO0NPK65w4Hi_QyTS-_vpaUHL3sV_?purpose=fullsize">
            <a:extLst>
              <a:ext uri="{FF2B5EF4-FFF2-40B4-BE49-F238E27FC236}">
                <a16:creationId xmlns:a16="http://schemas.microsoft.com/office/drawing/2014/main" id="{E786FA9D-8FB7-D35D-182F-30CF00AF6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5187" y="1506661"/>
            <a:ext cx="4873451" cy="415056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0" y="411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Problem Statement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7680960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t>Writers often face writer's block and struggle to create fresh story ideas.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endParaRPr/>
          </a:p>
          <a:p>
            <a:pPr>
              <a:defRPr sz="2100">
                <a:solidFill>
                  <a:srgbClr val="374151"/>
                </a:solidFill>
              </a:defRPr>
            </a:pPr>
            <a:r>
              <a:t>This project designs an AI prompt that generates original stories from a genre, theme, and character type.</a:t>
            </a:r>
          </a:p>
        </p:txBody>
      </p:sp>
      <p:pic>
        <p:nvPicPr>
          <p:cNvPr id="9" name="Picture 8" descr="https://images.openai.com/static-rsc-4/ch9WdjJcNm15G-jYiCb70Uctj6NLemZ65XPeC4aIDRjVOpf6UXrYKIMfbugjFlcEvrm2w4ATi1TgWIauWWOa9nutOxVExGy_Ep60R56GCeJyHUVYn2hFfFYoo4Jy0YsoU3kGKK5a5PZ8Sw13VdkZdG2SRZuLh8_fH0Bgay42GuuhAFzH_5avTyQ6zuvWksVG?purpose=fullsize">
            <a:extLst>
              <a:ext uri="{FF2B5EF4-FFF2-40B4-BE49-F238E27FC236}">
                <a16:creationId xmlns:a16="http://schemas.microsoft.com/office/drawing/2014/main" id="{F7FB291A-D2F6-2CA4-6F20-E13931C8D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68252"/>
            <a:ext cx="3592809" cy="3129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0" y="411480"/>
            <a:ext cx="228600" cy="228600"/>
          </a:xfrm>
          <a:prstGeom prst="ellipse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Proposed Solution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39" y="594360"/>
            <a:ext cx="11489285" cy="5623560"/>
          </a:xfrm>
          <a:prstGeom prst="roundRect">
            <a:avLst/>
          </a:prstGeom>
          <a:solidFill>
            <a:srgbClr val="FFFFFF"/>
          </a:solidFill>
          <a:ln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User</a:t>
            </a:r>
          </a:p>
          <a:p>
            <a:pPr algn="ctr"/>
            <a:r>
              <a:rPr lang="en-US"/>
              <a:t>   ↓</a:t>
            </a:r>
          </a:p>
          <a:p>
            <a:pPr algn="ctr"/>
            <a:r>
              <a:rPr lang="en-US"/>
              <a:t>Genre + Theme + Character</a:t>
            </a:r>
          </a:p>
          <a:p>
            <a:pPr algn="ctr"/>
            <a:r>
              <a:rPr lang="en-US"/>
              <a:t>   ↓</a:t>
            </a:r>
          </a:p>
          <a:p>
            <a:pPr algn="ctr"/>
            <a:r>
              <a:rPr lang="en-US"/>
              <a:t>AI Prompt</a:t>
            </a:r>
          </a:p>
          <a:p>
            <a:pPr algn="ctr"/>
            <a:r>
              <a:rPr lang="en-US"/>
              <a:t>   ↓</a:t>
            </a:r>
          </a:p>
          <a:p>
            <a:pPr algn="ctr"/>
            <a:r>
              <a:rPr lang="en-US"/>
              <a:t>Creative Story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6763545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t>• User enters Genre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• User enters Theme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• User enters Main Character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endParaRPr/>
          </a:p>
          <a:p>
            <a:pPr>
              <a:defRPr sz="2100">
                <a:solidFill>
                  <a:srgbClr val="374151"/>
                </a:solidFill>
              </a:defRPr>
            </a:pPr>
            <a:r>
              <a:t>AI generates: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✓ Title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✓ Setting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✓ Story Idea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✓ Plot Twist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✓ Ending</a:t>
            </a:r>
          </a:p>
        </p:txBody>
      </p:sp>
      <p:pic>
        <p:nvPicPr>
          <p:cNvPr id="9" name="Picture 8" descr="https://images.openai.com/static-rsc-4/qcSIflT7bzXulxR6e72la0dLTIKOEB_p2Akgz9vH8fmPw1JjDcLPkdp9jqAXuZAjrIMPFkEL2Y2zW4S5Kqlp3d9fprevXSBxreVc0bOGbEiuEyn4uFJCFYtyy36dPiKOkQlBPxjZUIk5oH7vDN2v-V-vXnkUS-_mWJoF9ChvORd6J-J6WCVuMrVODEusJHk8?purpose=fullsize">
            <a:extLst>
              <a:ext uri="{FF2B5EF4-FFF2-40B4-BE49-F238E27FC236}">
                <a16:creationId xmlns:a16="http://schemas.microsoft.com/office/drawing/2014/main" id="{316FEA96-30AB-7C52-FB78-40F8C93F8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604" y="914400"/>
            <a:ext cx="4230356" cy="2220937"/>
          </a:xfrm>
          <a:prstGeom prst="rect">
            <a:avLst/>
          </a:prstGeom>
        </p:spPr>
      </p:pic>
      <p:pic>
        <p:nvPicPr>
          <p:cNvPr id="10" name="Picture 9" descr="What Is Prompt Engineering?">
            <a:extLst>
              <a:ext uri="{FF2B5EF4-FFF2-40B4-BE49-F238E27FC236}">
                <a16:creationId xmlns:a16="http://schemas.microsoft.com/office/drawing/2014/main" id="{7DC36873-4805-AB31-2028-C941FFC2A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435" y="3511521"/>
            <a:ext cx="4074693" cy="23302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411480" cy="411480"/>
          </a:xfrm>
          <a:prstGeom prst="ellipse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0" y="411480"/>
            <a:ext cx="228600" cy="2286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22960"/>
            <a:ext cx="11640312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t>✨ Original story generation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🎭 Multiple genres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💡 Creative themes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🧙 Custom characters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🔀 Unexpected plot twists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📑 Structured output</a:t>
            </a:r>
          </a:p>
        </p:txBody>
      </p:sp>
      <p:pic>
        <p:nvPicPr>
          <p:cNvPr id="9" name="Picture 8" descr="AI tools help close the gap between creative ideas and finished work">
            <a:extLst>
              <a:ext uri="{FF2B5EF4-FFF2-40B4-BE49-F238E27FC236}">
                <a16:creationId xmlns:a16="http://schemas.microsoft.com/office/drawing/2014/main" id="{28EA0A28-CF7F-EA20-54F6-CBAB13E67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947" y="1599320"/>
            <a:ext cx="3337814" cy="33378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411480" cy="41148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0" y="411480"/>
            <a:ext cx="228600" cy="2286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Technology / Tools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t>🤖 ChatGPT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📝 Prompt Engineering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💻 Microsoft PowerPoint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t>🧠 Natural Language Processing (NLP)</a:t>
            </a:r>
          </a:p>
        </p:txBody>
      </p:sp>
      <p:pic>
        <p:nvPicPr>
          <p:cNvPr id="13" name="Picture 12" descr="Yazılım Lisans Tipleri ve Repository’e Lisans Ekleme - DEV Community">
            <a:extLst>
              <a:ext uri="{FF2B5EF4-FFF2-40B4-BE49-F238E27FC236}">
                <a16:creationId xmlns:a16="http://schemas.microsoft.com/office/drawing/2014/main" id="{CE614E04-ADF1-5DF8-35CE-E5776F1CA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716" y="2002323"/>
            <a:ext cx="2323979" cy="976071"/>
          </a:xfrm>
          <a:prstGeom prst="rect">
            <a:avLst/>
          </a:prstGeom>
        </p:spPr>
      </p:pic>
      <p:pic>
        <p:nvPicPr>
          <p:cNvPr id="14" name="Picture 13" descr="Chat GPT logo PNG symbol with transparent background - download chatgpt app logos">
            <a:extLst>
              <a:ext uri="{FF2B5EF4-FFF2-40B4-BE49-F238E27FC236}">
                <a16:creationId xmlns:a16="http://schemas.microsoft.com/office/drawing/2014/main" id="{95C8AF95-2706-B885-A4AC-DE466BDD4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9695" y="3717889"/>
            <a:ext cx="3594885" cy="20463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0" y="411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Screenshots / Demo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914400"/>
            <a:ext cx="11640312" cy="5303520"/>
          </a:xfrm>
          <a:prstGeom prst="roundRect">
            <a:avLst/>
          </a:prstGeom>
          <a:solidFill>
            <a:srgbClr val="FFFFFF"/>
          </a:solidFill>
          <a:ln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71323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rPr dirty="0"/>
              <a:t>screenshots of:</a:t>
            </a:r>
          </a:p>
          <a:p>
            <a:pPr>
              <a:defRPr sz="2100">
                <a:solidFill>
                  <a:srgbClr val="374151"/>
                </a:solidFill>
              </a:defRPr>
            </a:pPr>
            <a:r>
              <a:rPr dirty="0"/>
              <a:t>1. prompt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5EA63D-45D1-6C9B-8719-C85B69C12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5788" y="1143000"/>
            <a:ext cx="8349891" cy="48797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C0FA51-D50F-79CB-5785-F652950570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51" y="759969"/>
            <a:ext cx="11482869" cy="59008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96E5D7-CC23-80A2-482E-C35A4AC239FA}"/>
              </a:ext>
            </a:extLst>
          </p:cNvPr>
          <p:cNvSpPr txBox="1"/>
          <p:nvPr/>
        </p:nvSpPr>
        <p:spPr>
          <a:xfrm>
            <a:off x="1527349" y="381836"/>
            <a:ext cx="761413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rPr lang="en-IN" dirty="0"/>
              <a:t>2. AI-generated story output</a:t>
            </a:r>
          </a:p>
        </p:txBody>
      </p:sp>
    </p:spTree>
    <p:extLst>
      <p:ext uri="{BB962C8B-B14F-4D97-AF65-F5344CB8AC3E}">
        <p14:creationId xmlns:p14="http://schemas.microsoft.com/office/powerpoint/2010/main" val="4073512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1716A845-5864-5D08-EFD9-D1263C6C2C28}"/>
              </a:ext>
            </a:extLst>
          </p:cNvPr>
          <p:cNvSpPr/>
          <p:nvPr/>
        </p:nvSpPr>
        <p:spPr>
          <a:xfrm>
            <a:off x="-241159" y="0"/>
            <a:ext cx="12530293" cy="783771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br>
              <a:rPr dirty="0"/>
            </a:b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954678-25D5-5CD1-1A68-EDA21E8B9D5C}"/>
              </a:ext>
            </a:extLst>
          </p:cNvPr>
          <p:cNvSpPr txBox="1"/>
          <p:nvPr/>
        </p:nvSpPr>
        <p:spPr>
          <a:xfrm>
            <a:off x="150725" y="0"/>
            <a:ext cx="90937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/>
              <a:t>Git Hub Repository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736CAC5-B88D-447C-C08F-582EAF93D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53" y="2642715"/>
            <a:ext cx="10347789" cy="380832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CD57912-21BE-A03E-2FE9-7D641CC7D75A}"/>
              </a:ext>
            </a:extLst>
          </p:cNvPr>
          <p:cNvSpPr txBox="1"/>
          <p:nvPr/>
        </p:nvSpPr>
        <p:spPr>
          <a:xfrm rot="10800000" flipV="1">
            <a:off x="1517301" y="1688123"/>
            <a:ext cx="76593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https://github.com/vaishnavipanchal9/story-Idea-Generator..git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10D4E8-A5F5-9AF8-6A9D-2D978214A430}"/>
              </a:ext>
            </a:extLst>
          </p:cNvPr>
          <p:cNvSpPr txBox="1"/>
          <p:nvPr/>
        </p:nvSpPr>
        <p:spPr>
          <a:xfrm>
            <a:off x="592853" y="1318790"/>
            <a:ext cx="6305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Git repository link:</a:t>
            </a:r>
          </a:p>
        </p:txBody>
      </p:sp>
    </p:spTree>
    <p:extLst>
      <p:ext uri="{BB962C8B-B14F-4D97-AF65-F5344CB8AC3E}">
        <p14:creationId xmlns:p14="http://schemas.microsoft.com/office/powerpoint/2010/main" val="1957461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698480" y="182880"/>
            <a:ext cx="411480" cy="411480"/>
          </a:xfrm>
          <a:prstGeom prst="ellipse">
            <a:avLst/>
          </a:prstGeom>
          <a:solidFill>
            <a:srgbClr val="585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155680" y="411480"/>
            <a:ext cx="228600" cy="2286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822960"/>
            <a:ext cx="11569672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1E4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143000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>
                <a:solidFill>
                  <a:srgbClr val="374151"/>
                </a:solidFill>
              </a:defRPr>
            </a:pPr>
            <a:r>
              <a:t>The Story Idea Generator showcases how well-crafted prompts help AI produce creative, engaging, and structured story ideas, making content creation faster and more inspiring.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CAABB1-512A-55D8-85AD-A84F02C3E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50912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769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194</Words>
  <Application>Microsoft Office PowerPoint</Application>
  <PresentationFormat>Custom</PresentationFormat>
  <Paragraphs>48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Vaishnavi Panchal</cp:lastModifiedBy>
  <cp:revision>2</cp:revision>
  <dcterms:created xsi:type="dcterms:W3CDTF">2013-01-27T09:14:16Z</dcterms:created>
  <dcterms:modified xsi:type="dcterms:W3CDTF">2026-06-24T06:43:52Z</dcterms:modified>
  <cp:category/>
</cp:coreProperties>
</file>