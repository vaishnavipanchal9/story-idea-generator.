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2C4287-5271-4119-8BCE-DB269E917BCB}" v="1" dt="2026-06-24T06:08:02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0" y="411480"/>
            <a:ext cx="228600" cy="228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Story Idea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680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Prepared by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Vaishnavi Panchal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Prompt Engineering Assignment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743200" cy="47548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t>🤖</a:t>
            </a:r>
            <a:br/>
            <a:endParaR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Canva-style</a:t>
            </a:r>
            <a:br/>
            <a:r>
              <a:t>visual 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0" y="4114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680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Writers often face writer's block and struggle to create fresh story ideas.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This project designs an AI prompt that generates original stories from a genre, theme, and character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743200" cy="4754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t>💡</a:t>
            </a:r>
            <a:br/>
            <a:endParaR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Canva-style</a:t>
            </a:r>
            <a:br/>
            <a:r>
              <a:t>visual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0" y="411480"/>
            <a:ext cx="228600" cy="22860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680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• User enters Genre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• User enters Theme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• User enters Main Character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AI generates: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✓ Title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✓ Setting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✓ Story Idea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✓ Plot Twist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✓ 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743200" cy="4754880"/>
          </a:xfrm>
          <a:prstGeom prst="round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t>🧩</a:t>
            </a:r>
            <a:br/>
            <a:endParaR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Canva-style</a:t>
            </a:r>
            <a:br/>
            <a:r>
              <a:t>visual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"/>
            <a:ext cx="411480" cy="41148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0" y="41148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680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✨ Original story generation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🎭 Multiple genres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💡 Creative themes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🧙 Custom characters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🔀 Unexpected plot twists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📑 Structured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743200" cy="47548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t>📚</a:t>
            </a:r>
            <a:br/>
            <a:endParaR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Canva-style</a:t>
            </a:r>
            <a:br/>
            <a:r>
              <a:t>visual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0" y="411480"/>
            <a:ext cx="228600" cy="228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/ Tools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680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🤖 ChatGPT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📝 Prompt Engineering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💻 Microsoft PowerPoint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🧠 Natural Language Processing (NLP)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743200" cy="47548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t>⚙️</a:t>
            </a:r>
            <a:br/>
            <a:endParaR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Canva-style</a:t>
            </a:r>
            <a:br/>
            <a:r>
              <a:t>visual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0" y="41148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Screenshots / Demo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680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132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screenshots of: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1. Your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743200" cy="4754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t>📸</a:t>
            </a:r>
            <a:br/>
            <a:endParaR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Canva-style</a:t>
            </a:r>
            <a:br/>
            <a:r>
              <a:t>visual area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5EA63D-45D1-6C9B-8719-C85B69C12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82" y="1819466"/>
            <a:ext cx="6120876" cy="4271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0FA51-D50F-79CB-5785-F6529505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51" y="759969"/>
            <a:ext cx="11482869" cy="5900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96E5D7-CC23-80A2-482E-C35A4AC239FA}"/>
              </a:ext>
            </a:extLst>
          </p:cNvPr>
          <p:cNvSpPr txBox="1"/>
          <p:nvPr/>
        </p:nvSpPr>
        <p:spPr>
          <a:xfrm>
            <a:off x="1527349" y="381836"/>
            <a:ext cx="761413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rPr lang="en-IN" dirty="0"/>
              <a:t>2. AI-generated story output</a:t>
            </a:r>
          </a:p>
        </p:txBody>
      </p:sp>
    </p:spTree>
    <p:extLst>
      <p:ext uri="{BB962C8B-B14F-4D97-AF65-F5344CB8AC3E}">
        <p14:creationId xmlns:p14="http://schemas.microsoft.com/office/powerpoint/2010/main" val="407351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82880"/>
            <a:ext cx="411480" cy="41148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0" y="411480"/>
            <a:ext cx="228600" cy="228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14400"/>
            <a:ext cx="76809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The Story Idea Generator showcases how well-crafted prompts help AI produce creative, engaging, and structured story ideas, making content creation faster and more inspiring.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2743200" cy="47548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/>
            </a:pPr>
            <a:r>
              <a:t>🎉</a:t>
            </a:r>
            <a:br/>
            <a:endParaRPr/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Canva-style</a:t>
            </a:r>
            <a:br/>
            <a:r>
              <a:t>visual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AABB1-512A-55D8-85AD-A84F02C3E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7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202</Words>
  <Application>Microsoft Office PowerPoint</Application>
  <PresentationFormat>Custom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 Panchal</cp:lastModifiedBy>
  <cp:revision>2</cp:revision>
  <dcterms:created xsi:type="dcterms:W3CDTF">2013-01-27T09:14:16Z</dcterms:created>
  <dcterms:modified xsi:type="dcterms:W3CDTF">2026-06-24T06:09:36Z</dcterms:modified>
  <cp:category/>
</cp:coreProperties>
</file>